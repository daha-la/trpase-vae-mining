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E25"/>
    <a:srgbClr val="FF0000"/>
    <a:srgbClr val="BA55D3"/>
    <a:srgbClr val="FFC1CB"/>
    <a:srgbClr val="00E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7" d="100"/>
          <a:sy n="107" d="100"/>
        </p:scale>
        <p:origin x="8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84FD6-AC73-944B-B5AC-411FB3BB67F6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4A5BC-F35E-8B45-AF71-FDC02549B55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79570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4A5BC-F35E-8B45-AF71-FDC02549B55F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98594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96EE-7DD2-745D-6F56-2E475DFD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5D3A3-B2D8-7E43-7B55-528670BA2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7F9B8-431C-5134-0142-F8F8D4287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BA67E-F0B7-1ABF-209D-2F8642931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4A5BC-F35E-8B45-AF71-FDC02549B55F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4008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8172-0D25-F164-7C7D-26D42E1E3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2665A-2C36-C562-DDCD-E978DC7F9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DF14E-AFA7-5D3D-9691-EA0773AB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EBFB9-B697-C759-47DA-15F56CF8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91B81-054F-EED8-84A9-4A765FAD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2838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9301-0393-B68E-A603-277FEDBD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B58D-BC75-2BF7-6713-627781030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4A122-0BB1-E5C5-D571-5E667270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FE4E7-8DCF-A180-EC16-D50C5A7E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5E055-5F9F-D73E-DD2E-656262AB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7767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DF73-7226-1DF2-276E-6D6766EB1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2A55D-5800-F6F1-49BA-7CF0C0FE5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EAA4D-FC6D-D506-5F97-4B44AD95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79A8-EB50-46C8-5A14-301F70CA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77886-107D-5025-7279-094044EA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2948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D04BF-A328-AD2E-C14E-09F4D71E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041B-C23E-DE7B-FACA-BABC44D9F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C50C1-D213-EC4A-9F71-103C26BF2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C3B3A-2C8D-27F3-17D8-8B53C045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87EFC4-CABE-CE93-BA29-091BDD6A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701DD-2FEC-A52A-F66E-9A3ABEF55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74241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7D0F-2CD1-538A-56BA-5F401A5D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B2040-EC49-DF4F-5A6C-D3616A7C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BDAC4-9F63-2A2F-DC2E-1CAE710AB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49952-A245-3751-9E7F-B6244EC71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2FC57-1798-108B-3761-BAC0E74E43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0E696-9771-14D4-41BC-3E5B0D3F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C2FFC8-798B-6456-8785-307BDE742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BFD1D-7C46-7BC7-A095-6BF31419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2734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9E198-CF31-D1C0-945C-21B7DEA1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61C1C-900B-AF17-13F6-EE3AF41B8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7C53-CB14-E3BE-4EA9-6A60AE65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31DE8-F566-D125-6081-FE44C487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2196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38C47-DB58-3599-554E-C890C2EC3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DE0A7-CABA-0BC1-DF0E-298C8026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4C00C-0EFF-8A83-0A31-A38953A4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2927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A058-BBA4-BA31-9008-BBCEE3907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FE76-EB20-855C-3907-1F26F5956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E0EC1-4050-4780-B07F-16338CE9A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5CEFE-362C-E15C-A371-784543E8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C2861-7C0D-07E3-5388-AC6AC2F2B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5B653-18FB-4C3F-2FC0-CD356357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7106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E5A3-3BA8-7D9C-9F4A-DDB5948F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A50F1-E417-1DD5-9B55-B1D12E097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DAC93-3857-A2F8-CF63-D83D99444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0C925-2221-BF85-F569-A4FEEEA1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369D8-3839-E6F6-3AB9-A13FF58A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4F453-F4D4-8728-7D74-EE3424DD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3381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91AA9-A65C-0872-0C74-AAB3DBEF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F366F-BB7A-3F7E-F55E-42FF1A317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842FD-8210-20F7-DDCE-65BBBDADD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5D6B0-BB82-C9DC-7E49-C170D7863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7588-E316-1C79-127D-AE3CA490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0296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04B13-8B0F-1D1B-CF4F-13C7FA41A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35F2A-14FB-5D6C-F7F1-07BC97F35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7FCA8-E1A1-9132-52E5-A061645B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DB4F4-7882-565A-B574-9B63FC35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D2206-D5F5-D744-939C-820DE653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732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A4787F-5534-8CFF-ADA3-5301A889D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04929-F5A4-498C-7854-C24182391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E331-D33F-6229-F7CC-83FD9F84B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02D73-3059-B041-89CC-853D4255DF24}" type="datetimeFigureOut">
              <a:rPr lang="en-DK" smtClean="0"/>
              <a:t>26/09/2025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29F72-86A4-8E6D-18A6-6C184545E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0FBA-C01D-C55F-0217-19271FAE1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0250C-1A4A-2548-8A33-530A932A3C0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954559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932E93-41D4-7883-52FE-3FE66CDB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73" y="0"/>
            <a:ext cx="71386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0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8E8858-BB14-D1D4-9793-159FE7590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673" y="0"/>
            <a:ext cx="713865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385F87-3329-B645-C11D-A3C86FA65607}"/>
              </a:ext>
            </a:extLst>
          </p:cNvPr>
          <p:cNvSpPr txBox="1"/>
          <p:nvPr/>
        </p:nvSpPr>
        <p:spPr>
          <a:xfrm>
            <a:off x="5613130" y="1174399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Min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087C3-EAFD-F821-9031-A2C7364BF6EC}"/>
              </a:ext>
            </a:extLst>
          </p:cNvPr>
          <p:cNvSpPr txBox="1"/>
          <p:nvPr/>
        </p:nvSpPr>
        <p:spPr>
          <a:xfrm>
            <a:off x="5369870" y="3247908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Yma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7D2C61-EE44-F584-47C4-7E27C613F64E}"/>
              </a:ext>
            </a:extLst>
          </p:cNvPr>
          <p:cNvSpPr txBox="1"/>
          <p:nvPr/>
        </p:nvSpPr>
        <p:spPr>
          <a:xfrm>
            <a:off x="6967180" y="2481364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Phi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4A00E-DBB6-269D-D26F-34C64420BB7F}"/>
              </a:ext>
            </a:extLst>
          </p:cNvPr>
          <p:cNvSpPr txBox="1"/>
          <p:nvPr/>
        </p:nvSpPr>
        <p:spPr>
          <a:xfrm>
            <a:off x="7353646" y="2594947"/>
            <a:ext cx="417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Tti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ECCD38-23B1-B9DE-8010-D9EAFFA2752A}"/>
              </a:ext>
            </a:extLst>
          </p:cNvPr>
          <p:cNvSpPr txBox="1"/>
          <p:nvPr/>
        </p:nvSpPr>
        <p:spPr>
          <a:xfrm>
            <a:off x="7628792" y="3307597"/>
            <a:ext cx="494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Pre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4042C-C924-A02D-0FAB-B549A5B4B3B3}"/>
              </a:ext>
            </a:extLst>
          </p:cNvPr>
          <p:cNvSpPr txBox="1"/>
          <p:nvPr/>
        </p:nvSpPr>
        <p:spPr>
          <a:xfrm>
            <a:off x="7031913" y="3197105"/>
            <a:ext cx="530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Pvu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F89214-E0EC-7ACB-5AC0-CBE6C82E74AA}"/>
              </a:ext>
            </a:extLst>
          </p:cNvPr>
          <p:cNvSpPr txBox="1"/>
          <p:nvPr/>
        </p:nvSpPr>
        <p:spPr>
          <a:xfrm>
            <a:off x="6817827" y="2921529"/>
            <a:ext cx="486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Bla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024458-E332-CCBF-FDDE-1966DBDE6E9D}"/>
              </a:ext>
            </a:extLst>
          </p:cNvPr>
          <p:cNvSpPr txBox="1"/>
          <p:nvPr/>
        </p:nvSpPr>
        <p:spPr>
          <a:xfrm>
            <a:off x="6767026" y="3459260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Lfi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A843F2-52B5-4F30-6FC7-CC20C1188B0F}"/>
              </a:ext>
            </a:extLst>
          </p:cNvPr>
          <p:cNvSpPr txBox="1"/>
          <p:nvPr/>
        </p:nvSpPr>
        <p:spPr>
          <a:xfrm>
            <a:off x="7830935" y="3872903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Eco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F3DE3-ADB5-BD23-29C8-420EA285878A}"/>
              </a:ext>
            </a:extLst>
          </p:cNvPr>
          <p:cNvSpPr txBox="1"/>
          <p:nvPr/>
        </p:nvSpPr>
        <p:spPr>
          <a:xfrm>
            <a:off x="8376881" y="3672848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Vch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8A7F0-5F41-E7C5-7538-F18DEB89C684}"/>
              </a:ext>
            </a:extLst>
          </p:cNvPr>
          <p:cNvSpPr txBox="1"/>
          <p:nvPr/>
        </p:nvSpPr>
        <p:spPr>
          <a:xfrm>
            <a:off x="6311685" y="1312345"/>
            <a:ext cx="500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Aar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C89910-2FAA-F7D0-90AB-ACE1EB3A6214}"/>
              </a:ext>
            </a:extLst>
          </p:cNvPr>
          <p:cNvSpPr txBox="1"/>
          <p:nvPr/>
        </p:nvSpPr>
        <p:spPr>
          <a:xfrm>
            <a:off x="5857237" y="3912141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EBE25"/>
                </a:solidFill>
              </a:rPr>
              <a:t>Pag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F9BB1-A013-960D-4A76-91D4D7D70F2F}"/>
              </a:ext>
            </a:extLst>
          </p:cNvPr>
          <p:cNvSpPr txBox="1"/>
          <p:nvPr/>
        </p:nvSpPr>
        <p:spPr>
          <a:xfrm>
            <a:off x="4709219" y="523466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Ein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649618-060B-1F74-C5E0-74A5F5062875}"/>
              </a:ext>
            </a:extLst>
          </p:cNvPr>
          <p:cNvSpPr txBox="1"/>
          <p:nvPr/>
        </p:nvSpPr>
        <p:spPr>
          <a:xfrm>
            <a:off x="4792997" y="1631979"/>
            <a:ext cx="508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Fve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06884-92ED-A097-3184-B7A7BA3DD3C9}"/>
              </a:ext>
            </a:extLst>
          </p:cNvPr>
          <p:cNvSpPr txBox="1"/>
          <p:nvPr/>
        </p:nvSpPr>
        <p:spPr>
          <a:xfrm>
            <a:off x="6523225" y="1651598"/>
            <a:ext cx="558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Nca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EC2ABA-D27A-AFA1-EFFD-B25004304734}"/>
              </a:ext>
            </a:extLst>
          </p:cNvPr>
          <p:cNvSpPr txBox="1"/>
          <p:nvPr/>
        </p:nvSpPr>
        <p:spPr>
          <a:xfrm>
            <a:off x="5536710" y="2198452"/>
            <a:ext cx="462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00E1F5"/>
                </a:solidFill>
              </a:rPr>
              <a:t>Tar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A7E7E-A0F4-965E-7668-1571E6D1011D}"/>
              </a:ext>
            </a:extLst>
          </p:cNvPr>
          <p:cNvSpPr txBox="1"/>
          <p:nvPr/>
        </p:nvSpPr>
        <p:spPr>
          <a:xfrm>
            <a:off x="5931083" y="3080669"/>
            <a:ext cx="492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00E1F5"/>
                </a:solidFill>
              </a:rPr>
              <a:t>Ear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F7EE0F-D47F-D5A3-AC9A-551401BF9D91}"/>
              </a:ext>
            </a:extLst>
          </p:cNvPr>
          <p:cNvSpPr txBox="1"/>
          <p:nvPr/>
        </p:nvSpPr>
        <p:spPr>
          <a:xfrm>
            <a:off x="6063045" y="2608872"/>
            <a:ext cx="486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Adi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89E1CA-AFBE-AF63-6F86-2F6CA91FD1DA}"/>
              </a:ext>
            </a:extLst>
          </p:cNvPr>
          <p:cNvSpPr txBox="1"/>
          <p:nvPr/>
        </p:nvSpPr>
        <p:spPr>
          <a:xfrm>
            <a:off x="6186742" y="3519863"/>
            <a:ext cx="445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F0000"/>
                </a:solidFill>
              </a:rPr>
              <a:t>Tcl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C8A0D0-E532-ACF6-1173-ACA526D9DD49}"/>
              </a:ext>
            </a:extLst>
          </p:cNvPr>
          <p:cNvSpPr txBox="1"/>
          <p:nvPr/>
        </p:nvSpPr>
        <p:spPr>
          <a:xfrm>
            <a:off x="7302298" y="2165051"/>
            <a:ext cx="5629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FFC1CB"/>
                </a:solidFill>
              </a:rPr>
              <a:t>Cba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64FF39-B553-70D0-48A1-D931F9DB139E}"/>
              </a:ext>
            </a:extLst>
          </p:cNvPr>
          <p:cNvSpPr txBox="1"/>
          <p:nvPr/>
        </p:nvSpPr>
        <p:spPr>
          <a:xfrm>
            <a:off x="8656176" y="2139653"/>
            <a:ext cx="536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rgbClr val="BA55D3"/>
                </a:solidFill>
              </a:rPr>
              <a:t>Aso</a:t>
            </a:r>
          </a:p>
        </p:txBody>
      </p:sp>
    </p:spTree>
    <p:extLst>
      <p:ext uri="{BB962C8B-B14F-4D97-AF65-F5344CB8AC3E}">
        <p14:creationId xmlns:p14="http://schemas.microsoft.com/office/powerpoint/2010/main" val="416835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9228B-C917-25B2-A5FC-599856F24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98E254-8F94-571F-7E8E-6637E8321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116" y="37640"/>
            <a:ext cx="8392886" cy="6782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5C49BF-4089-67A3-C7C5-79050E04E52F}"/>
              </a:ext>
            </a:extLst>
          </p:cNvPr>
          <p:cNvSpPr txBox="1"/>
          <p:nvPr/>
        </p:nvSpPr>
        <p:spPr>
          <a:xfrm>
            <a:off x="5618881" y="1232228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Min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414429-F648-8603-D138-1CB1F581D16E}"/>
              </a:ext>
            </a:extLst>
          </p:cNvPr>
          <p:cNvSpPr txBox="1"/>
          <p:nvPr/>
        </p:nvSpPr>
        <p:spPr>
          <a:xfrm>
            <a:off x="5398944" y="3245830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Yma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0B278-65EA-C6C1-9783-D0B335C590E5}"/>
              </a:ext>
            </a:extLst>
          </p:cNvPr>
          <p:cNvSpPr txBox="1"/>
          <p:nvPr/>
        </p:nvSpPr>
        <p:spPr>
          <a:xfrm>
            <a:off x="6947211" y="2499574"/>
            <a:ext cx="482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Phi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75EB50-358C-5DAE-A2E1-3576AD8DC6E6}"/>
              </a:ext>
            </a:extLst>
          </p:cNvPr>
          <p:cNvSpPr txBox="1"/>
          <p:nvPr/>
        </p:nvSpPr>
        <p:spPr>
          <a:xfrm>
            <a:off x="7336712" y="2615554"/>
            <a:ext cx="4171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Tti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601CF-FE55-5E03-A3FB-E801BDEEC81C}"/>
              </a:ext>
            </a:extLst>
          </p:cNvPr>
          <p:cNvSpPr txBox="1"/>
          <p:nvPr/>
        </p:nvSpPr>
        <p:spPr>
          <a:xfrm>
            <a:off x="7600356" y="3325169"/>
            <a:ext cx="494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Pre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162ADD-E2B1-D0A3-C98F-45C03BF29B55}"/>
              </a:ext>
            </a:extLst>
          </p:cNvPr>
          <p:cNvSpPr txBox="1"/>
          <p:nvPr/>
        </p:nvSpPr>
        <p:spPr>
          <a:xfrm>
            <a:off x="6986543" y="3251580"/>
            <a:ext cx="5300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Pvu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79F56-5531-29DD-7192-274F870F9617}"/>
              </a:ext>
            </a:extLst>
          </p:cNvPr>
          <p:cNvSpPr txBox="1"/>
          <p:nvPr/>
        </p:nvSpPr>
        <p:spPr>
          <a:xfrm>
            <a:off x="6764310" y="2942136"/>
            <a:ext cx="486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Bla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F0B27-7534-D8AE-51CA-1846CFD50FFB}"/>
              </a:ext>
            </a:extLst>
          </p:cNvPr>
          <p:cNvSpPr txBox="1"/>
          <p:nvPr/>
        </p:nvSpPr>
        <p:spPr>
          <a:xfrm>
            <a:off x="6758559" y="3459260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Lfi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BDBC0A-9873-B5E9-26EE-0C62190AF462}"/>
              </a:ext>
            </a:extLst>
          </p:cNvPr>
          <p:cNvSpPr txBox="1"/>
          <p:nvPr/>
        </p:nvSpPr>
        <p:spPr>
          <a:xfrm>
            <a:off x="7790678" y="3895907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Eco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90CC30-A412-3ABC-611C-5BD1C0BC6F20}"/>
              </a:ext>
            </a:extLst>
          </p:cNvPr>
          <p:cNvSpPr txBox="1"/>
          <p:nvPr/>
        </p:nvSpPr>
        <p:spPr>
          <a:xfrm>
            <a:off x="8336624" y="3690101"/>
            <a:ext cx="532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Vch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61938-9944-C9E9-8412-DB457D0306D1}"/>
              </a:ext>
            </a:extLst>
          </p:cNvPr>
          <p:cNvSpPr txBox="1"/>
          <p:nvPr/>
        </p:nvSpPr>
        <p:spPr>
          <a:xfrm>
            <a:off x="6320471" y="1365061"/>
            <a:ext cx="500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Aar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1A6BC-B16A-DF0D-E67D-042A0663C90D}"/>
              </a:ext>
            </a:extLst>
          </p:cNvPr>
          <p:cNvSpPr txBox="1"/>
          <p:nvPr/>
        </p:nvSpPr>
        <p:spPr>
          <a:xfrm>
            <a:off x="5888708" y="3912460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Pag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06688A-D882-506C-B5C5-A06CEE3B1AF5}"/>
              </a:ext>
            </a:extLst>
          </p:cNvPr>
          <p:cNvSpPr txBox="1"/>
          <p:nvPr/>
        </p:nvSpPr>
        <p:spPr>
          <a:xfrm>
            <a:off x="4830219" y="1701310"/>
            <a:ext cx="508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Fve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7B9EC9-25A3-BC5A-58B6-F388B6D687EA}"/>
              </a:ext>
            </a:extLst>
          </p:cNvPr>
          <p:cNvSpPr txBox="1"/>
          <p:nvPr/>
        </p:nvSpPr>
        <p:spPr>
          <a:xfrm>
            <a:off x="6520509" y="1695209"/>
            <a:ext cx="558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Nca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505D7B-2BF2-3020-073E-2B8E5942B1F8}"/>
              </a:ext>
            </a:extLst>
          </p:cNvPr>
          <p:cNvSpPr txBox="1"/>
          <p:nvPr/>
        </p:nvSpPr>
        <p:spPr>
          <a:xfrm>
            <a:off x="5520737" y="2233278"/>
            <a:ext cx="462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Tar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4CFBD1-7A36-87D0-0237-450B48829D55}"/>
              </a:ext>
            </a:extLst>
          </p:cNvPr>
          <p:cNvSpPr txBox="1"/>
          <p:nvPr/>
        </p:nvSpPr>
        <p:spPr>
          <a:xfrm>
            <a:off x="5959838" y="3109424"/>
            <a:ext cx="492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Ear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6C7023-3B8E-2D8B-E6DB-E668DFDB9D36}"/>
              </a:ext>
            </a:extLst>
          </p:cNvPr>
          <p:cNvSpPr txBox="1"/>
          <p:nvPr/>
        </p:nvSpPr>
        <p:spPr>
          <a:xfrm>
            <a:off x="6038282" y="2621012"/>
            <a:ext cx="486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Adi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7BAF59-275C-BD81-23F9-040497D7E6B1}"/>
              </a:ext>
            </a:extLst>
          </p:cNvPr>
          <p:cNvSpPr txBox="1"/>
          <p:nvPr/>
        </p:nvSpPr>
        <p:spPr>
          <a:xfrm>
            <a:off x="6164696" y="3517467"/>
            <a:ext cx="445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Tcl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8C3A9-81B1-E9E6-7343-2870B0BDF289}"/>
              </a:ext>
            </a:extLst>
          </p:cNvPr>
          <p:cNvSpPr txBox="1"/>
          <p:nvPr/>
        </p:nvSpPr>
        <p:spPr>
          <a:xfrm>
            <a:off x="4780238" y="619173"/>
            <a:ext cx="4748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1600" b="1" dirty="0">
                <a:ln w="635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</a:rPr>
              <a:t>Ein</a:t>
            </a:r>
          </a:p>
        </p:txBody>
      </p:sp>
    </p:spTree>
    <p:extLst>
      <p:ext uri="{BB962C8B-B14F-4D97-AF65-F5344CB8AC3E}">
        <p14:creationId xmlns:p14="http://schemas.microsoft.com/office/powerpoint/2010/main" val="280767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42</Words>
  <Application>Microsoft Macintosh PowerPoint</Application>
  <PresentationFormat>Widescreen</PresentationFormat>
  <Paragraphs>42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Harding-Larsen</dc:creator>
  <cp:lastModifiedBy>David Harding-Larsen</cp:lastModifiedBy>
  <cp:revision>1</cp:revision>
  <dcterms:created xsi:type="dcterms:W3CDTF">2025-09-26T12:46:42Z</dcterms:created>
  <dcterms:modified xsi:type="dcterms:W3CDTF">2025-09-26T13:47:11Z</dcterms:modified>
</cp:coreProperties>
</file>